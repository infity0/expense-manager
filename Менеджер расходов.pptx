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95" r:id="rId1"/>
  </p:sldMasterIdLst>
  <p:notesMasterIdLst>
    <p:notesMasterId r:id="rId7"/>
  </p:notesMasterIdLst>
  <p:handoutMasterIdLst>
    <p:handoutMasterId r:id="rId8"/>
  </p:handoutMasterIdLst>
  <p:sldIdLst>
    <p:sldId id="256" r:id="rId2"/>
    <p:sldId id="259" r:id="rId3"/>
    <p:sldId id="257" r:id="rId4"/>
    <p:sldId id="260" r:id="rId5"/>
    <p:sldId id="258" r:id="rId6"/>
  </p:sldIdLst>
  <p:sldSz cx="12192000" cy="6858000"/>
  <p:notesSz cx="7104063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8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7A187"/>
    <a:srgbClr val="EEDCB4"/>
    <a:srgbClr val="FFFFFF"/>
    <a:srgbClr val="F3DC96"/>
    <a:srgbClr val="B2B2B2"/>
    <a:srgbClr val="202020"/>
    <a:srgbClr val="323232"/>
    <a:srgbClr val="CC3300"/>
    <a:srgbClr val="CC0000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78" d="100"/>
          <a:sy n="78" d="100"/>
        </p:scale>
        <p:origin x="72" y="226"/>
      </p:cViewPr>
      <p:guideLst>
        <p:guide orient="horz" pos="2138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en-US" smtClean="0"/>
              <a:t>6/23/2025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en-US" smtClean="0"/>
              <a:t>6/23/2025</a:t>
            </a:fld>
            <a:endParaRPr lang="en-US"/>
          </a:p>
        </p:txBody>
      </p:sp>
      <p:sp>
        <p:nvSpPr>
          <p:cNvPr id="4" name="Slide Image Placehoder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 Placeholder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  <a:t>6/23/2025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49AE70B2-8BF9-45C0-BB95-33D1B9D3A8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4578997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6/23/2025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560070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6/23/2025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239044952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6/23/2025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2376357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6/23/2025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8341344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6/23/2025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0507946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6/23/2025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1165911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6/23/2025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3377331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6/23/2025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3940818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6/23/2025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6701077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6/23/2025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2072064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  <a:t>6/23/2025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49AE70B2-8BF9-45C0-BB95-33D1B9D3A8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80993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6" r:id="rId1"/>
    <p:sldLayoutId id="2147483797" r:id="rId2"/>
    <p:sldLayoutId id="2147483798" r:id="rId3"/>
    <p:sldLayoutId id="2147483799" r:id="rId4"/>
    <p:sldLayoutId id="2147483800" r:id="rId5"/>
    <p:sldLayoutId id="2147483801" r:id="rId6"/>
    <p:sldLayoutId id="2147483802" r:id="rId7"/>
    <p:sldLayoutId id="2147483803" r:id="rId8"/>
    <p:sldLayoutId id="2147483804" r:id="rId9"/>
    <p:sldLayoutId id="2147483805" r:id="rId10"/>
    <p:sldLayoutId id="2147483806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60000"/>
            <a:lumOff val="40000"/>
            <a:alpha val="91765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4503" y="923608"/>
            <a:ext cx="8552815" cy="1282065"/>
          </a:xfrm>
        </p:spPr>
        <p:txBody>
          <a:bodyPr>
            <a:normAutofit fontScale="90000"/>
          </a:bodyPr>
          <a:lstStyle/>
          <a:p>
            <a:r>
              <a:rPr lang="ru-RU" altLang="en-US" dirty="0">
                <a:solidFill>
                  <a:schemeClr val="bg1"/>
                </a:solidFill>
              </a:rPr>
              <a:t>Менеджер расходов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1110615" y="2439169"/>
            <a:ext cx="9144000" cy="1655762"/>
          </a:xfrm>
        </p:spPr>
        <p:txBody>
          <a:bodyPr>
            <a:normAutofit/>
          </a:bodyPr>
          <a:lstStyle/>
          <a:p>
            <a:pPr algn="l"/>
            <a:r>
              <a:rPr lang="ru-RU" sz="2400" dirty="0">
                <a:solidFill>
                  <a:schemeClr val="bg1"/>
                </a:solidFill>
                <a:sym typeface="+mn-ea"/>
              </a:rPr>
              <a:t>Выполнил студент 3-его курса ИСИП: </a:t>
            </a:r>
            <a:endParaRPr lang="ru-RU" sz="2400" dirty="0">
              <a:solidFill>
                <a:schemeClr val="bg1"/>
              </a:solidFill>
            </a:endParaRPr>
          </a:p>
          <a:p>
            <a:pPr algn="l"/>
            <a:r>
              <a:rPr lang="ru-RU" altLang="en-US" sz="2400" dirty="0">
                <a:solidFill>
                  <a:schemeClr val="bg1"/>
                </a:solidFill>
              </a:rPr>
              <a:t>Шайтанов Максим Сергеевич</a:t>
            </a:r>
          </a:p>
        </p:txBody>
      </p:sp>
      <p:pic>
        <p:nvPicPr>
          <p:cNvPr id="3" name="Изображение 2" descr="Рисунок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6120" y="206376"/>
            <a:ext cx="1409065" cy="1434465"/>
          </a:xfrm>
          <a:prstGeom prst="rect">
            <a:avLst/>
          </a:prstGeom>
        </p:spPr>
      </p:pic>
      <p:sp>
        <p:nvSpPr>
          <p:cNvPr id="6" name="Текстовое поле 5"/>
          <p:cNvSpPr txBox="1"/>
          <p:nvPr/>
        </p:nvSpPr>
        <p:spPr>
          <a:xfrm>
            <a:off x="10254615" y="1705595"/>
            <a:ext cx="1937385" cy="4178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ru-RU" alt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ЧУПО «ВШП»</a:t>
            </a:r>
            <a:endParaRPr lang="en-US" altLang="ru-RU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altLang="en-US" dirty="0"/>
              <a:t>Актуальность</a:t>
            </a:r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>
          <a:xfrm>
            <a:off x="1380490" y="1825625"/>
            <a:ext cx="4971149" cy="3788594"/>
          </a:xfrm>
        </p:spPr>
        <p:txBody>
          <a:bodyPr>
            <a:normAutofit/>
          </a:bodyPr>
          <a:lstStyle/>
          <a:p>
            <a:r>
              <a:rPr lang="ru-RU" altLang="ru-RU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Проект направлен на создание мобильного приложения для платформы </a:t>
            </a:r>
            <a:r>
              <a:rPr lang="en-US" altLang="ru-RU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Android</a:t>
            </a:r>
            <a:r>
              <a:rPr lang="ru-RU" altLang="ru-RU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позволяющего фиксировать ежедневные расходы, анализировать финансовые привычки и оптимизировать бюджет.</a:t>
            </a:r>
            <a:endParaRPr lang="en-US" altLang="ru-RU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en-US" dirty="0"/>
              <a:t>Цель приложения и функционал</a:t>
            </a:r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ru-RU" altLang="en-US" sz="2400" b="1" dirty="0">
                <a:sym typeface="+mn-ea"/>
              </a:rPr>
              <a:t>  Учет</a:t>
            </a:r>
            <a:r>
              <a:rPr lang="en-US" altLang="ru-RU" sz="2400" b="1" dirty="0">
                <a:sym typeface="+mn-ea"/>
              </a:rPr>
              <a:t> </a:t>
            </a:r>
            <a:r>
              <a:rPr lang="ru-RU" altLang="en-US" sz="2400" b="1" dirty="0">
                <a:sym typeface="+mn-ea"/>
              </a:rPr>
              <a:t>расходов:</a:t>
            </a:r>
            <a:endParaRPr lang="ru-RU" altLang="en-US" sz="2400" b="1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altLang="en-US" sz="2400" dirty="0">
                <a:sym typeface="+mn-ea"/>
              </a:rPr>
              <a:t>Добавление трат по категориям</a:t>
            </a:r>
            <a:endParaRPr lang="ru-RU" altLang="en-US" sz="2400" dirty="0"/>
          </a:p>
          <a:p>
            <a:pPr marL="0" indent="0">
              <a:buNone/>
            </a:pPr>
            <a:r>
              <a:rPr lang="ru-RU" altLang="en-US" sz="2400" b="1" dirty="0">
                <a:sym typeface="+mn-ea"/>
              </a:rPr>
              <a:t>  Аналитика:</a:t>
            </a:r>
            <a:endParaRPr lang="ru-RU" altLang="en-US" sz="2400" b="1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altLang="en-US" sz="2400" dirty="0">
                <a:sym typeface="+mn-ea"/>
              </a:rPr>
              <a:t>Круговые диаграммы</a:t>
            </a:r>
            <a:endParaRPr lang="ru-RU" altLang="en-US" sz="24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altLang="en-US" sz="2400" dirty="0">
                <a:sym typeface="+mn-ea"/>
              </a:rPr>
              <a:t>Сравнение месяцев</a:t>
            </a:r>
            <a:endParaRPr lang="ru-RU" altLang="en-US" sz="2400" dirty="0"/>
          </a:p>
          <a:p>
            <a:pPr marL="0" indent="0">
              <a:buNone/>
            </a:pPr>
            <a:r>
              <a:rPr lang="ru-RU" altLang="en-US" sz="2400" b="1" dirty="0">
                <a:sym typeface="+mn-ea"/>
              </a:rPr>
              <a:t>  Просмотри истории расходов:</a:t>
            </a:r>
            <a:endParaRPr lang="ru-RU" altLang="en-US" sz="2400" b="1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altLang="en-US" sz="2400" dirty="0">
                <a:sym typeface="+mn-ea"/>
              </a:rPr>
              <a:t>Список транзакций с сортировкой по дате/категории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altLang="en-US" sz="2400" dirty="0">
                <a:sym typeface="+mn-ea"/>
              </a:rPr>
              <a:t>Поиск и фильтрация</a:t>
            </a:r>
            <a:br>
              <a:rPr lang="ru-RU" altLang="en-US" sz="2400" dirty="0">
                <a:sym typeface="+mn-ea"/>
              </a:rPr>
            </a:br>
            <a:endParaRPr lang="ru-RU" alt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altLang="en-US"/>
              <a:t>Ссылки на </a:t>
            </a:r>
            <a:r>
              <a:rPr lang="en-US" altLang="en-US"/>
              <a:t>GitHub</a:t>
            </a:r>
          </a:p>
        </p:txBody>
      </p:sp>
      <p:pic>
        <p:nvPicPr>
          <p:cNvPr id="4" name="Замещающее содержимое 3" descr="qr-code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31995" y="1825625"/>
            <a:ext cx="3128010" cy="3128010"/>
          </a:xfrm>
          <a:prstGeom prst="rect">
            <a:avLst/>
          </a:prstGeom>
        </p:spPr>
      </p:pic>
      <p:sp>
        <p:nvSpPr>
          <p:cNvPr id="5" name="Текстовое поле 4"/>
          <p:cNvSpPr txBox="1"/>
          <p:nvPr/>
        </p:nvSpPr>
        <p:spPr>
          <a:xfrm>
            <a:off x="3369637" y="5341312"/>
            <a:ext cx="5452725" cy="44988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ru-RU" dirty="0"/>
              <a:t>https://github.com/Infity0/Expense-Manager.git</a:t>
            </a:r>
            <a:endParaRPr lang="ru-RU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altLang="en-US"/>
              <a:t>Спасибо за внимание!</a:t>
            </a:r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4F85113D-DAE9-40EC-B4E9-C2433B70887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3518" y="1897626"/>
            <a:ext cx="5809348" cy="4351338"/>
          </a:xfr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Вид">
  <a:themeElements>
    <a:clrScheme name="Вид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Вид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Вид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Вид</Template>
  <TotalTime>16</TotalTime>
  <Words>92</Words>
  <Application>Microsoft Office PowerPoint</Application>
  <PresentationFormat>Широкоэкранный</PresentationFormat>
  <Paragraphs>18</Paragraphs>
  <Slides>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12" baseType="lpstr">
      <vt:lpstr>微软雅黑</vt:lpstr>
      <vt:lpstr>Arial</vt:lpstr>
      <vt:lpstr>Calibri</vt:lpstr>
      <vt:lpstr>Century Schoolbook</vt:lpstr>
      <vt:lpstr>Times New Roman</vt:lpstr>
      <vt:lpstr>Wingdings 2</vt:lpstr>
      <vt:lpstr>Вид</vt:lpstr>
      <vt:lpstr>Менеджер расходов</vt:lpstr>
      <vt:lpstr>Актуальность</vt:lpstr>
      <vt:lpstr>Цель приложения и функционал</vt:lpstr>
      <vt:lpstr>Ссылки на GitHub</vt:lpstr>
      <vt:lpstr>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fghfghfgh hgfgfhgh</dc:creator>
  <cp:lastModifiedBy>fghfghfgh hgfgfhgh</cp:lastModifiedBy>
  <cp:revision>4</cp:revision>
  <dcterms:created xsi:type="dcterms:W3CDTF">2025-06-23T06:57:54Z</dcterms:created>
  <dcterms:modified xsi:type="dcterms:W3CDTF">2025-06-23T07:58:10Z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1049-12.2.0.21183</vt:lpwstr>
  </property>
  <property fmtid="{D5CDD505-2E9C-101B-9397-08002B2CF9AE}" pid="3" name="ICV">
    <vt:lpwstr>D7B77B53100A479E8F00DD7F33F05D15_11</vt:lpwstr>
  </property>
</Properties>
</file>